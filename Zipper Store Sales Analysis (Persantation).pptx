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4147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5" d="100"/>
          <a:sy n="85" d="100"/>
        </p:scale>
        <p:origin x="590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8E36636D-D922-432D-A958-524484B5923D}" type="datetimeFigureOut">
              <a:rPr lang="en-US" smtClean="0"/>
              <a:pPr/>
              <a:t>5/31/2026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DF28FB93-0A08-4E7D-8E63-9EFA29F1E09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17769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6636D-D922-432D-A958-524484B5923D}" type="datetimeFigureOut">
              <a:rPr lang="en-US" smtClean="0"/>
              <a:pPr/>
              <a:t>5/31/2026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5627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6636D-D922-432D-A958-524484B5923D}" type="datetimeFigureOut">
              <a:rPr lang="en-US" smtClean="0"/>
              <a:pPr/>
              <a:t>5/31/2026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23192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6636D-D922-432D-A958-524484B5923D}" type="datetimeFigureOut">
              <a:rPr lang="en-US" smtClean="0"/>
              <a:pPr/>
              <a:t>5/31/2026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8414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6636D-D922-432D-A958-524484B5923D}" type="datetimeFigureOut">
              <a:rPr lang="en-US" smtClean="0"/>
              <a:pPr/>
              <a:t>5/31/2026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8085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6636D-D922-432D-A958-524484B5923D}" type="datetimeFigureOut">
              <a:rPr lang="en-US" smtClean="0"/>
              <a:pPr/>
              <a:t>5/31/2026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34369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6636D-D922-432D-A958-524484B5923D}" type="datetimeFigureOut">
              <a:rPr lang="en-US" smtClean="0"/>
              <a:pPr/>
              <a:t>5/31/2026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30359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6636D-D922-432D-A958-524484B5923D}" type="datetimeFigureOut">
              <a:rPr lang="en-US" smtClean="0"/>
              <a:pPr/>
              <a:t>5/31/2026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80843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6636D-D922-432D-A958-524484B5923D}" type="datetimeFigureOut">
              <a:rPr lang="en-US" smtClean="0"/>
              <a:pPr/>
              <a:t>5/31/2026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60618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6636D-D922-432D-A958-524484B5923D}" type="datetimeFigureOut">
              <a:rPr lang="en-US" smtClean="0"/>
              <a:pPr/>
              <a:t>5/31/2026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86345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6636D-D922-432D-A958-524484B5923D}" type="datetimeFigureOut">
              <a:rPr lang="en-US" smtClean="0"/>
              <a:pPr/>
              <a:t>5/31/2026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846202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6636D-D922-432D-A958-524484B5923D}" type="datetimeFigureOut">
              <a:rPr lang="en-US" smtClean="0"/>
              <a:pPr/>
              <a:t>5/31/2026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045057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6636D-D922-432D-A958-524484B5923D}" type="datetimeFigureOut">
              <a:rPr lang="en-US" smtClean="0"/>
              <a:pPr/>
              <a:t>5/31/2026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641864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6636D-D922-432D-A958-524484B5923D}" type="datetimeFigureOut">
              <a:rPr lang="en-US" smtClean="0"/>
              <a:pPr/>
              <a:t>5/31/2026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329162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6636D-D922-432D-A958-524484B5923D}" type="datetimeFigureOut">
              <a:rPr lang="en-US" smtClean="0"/>
              <a:pPr/>
              <a:t>5/31/2026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38672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8E36636D-D922-432D-A958-524484B5923D}" type="datetimeFigureOut">
              <a:rPr lang="en-US" smtClean="0"/>
              <a:pPr/>
              <a:t>5/31/2026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482561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8E36636D-D922-432D-A958-524484B5923D}" type="datetimeFigureOut">
              <a:rPr lang="en-US" smtClean="0"/>
              <a:pPr/>
              <a:t>5/31/2026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46131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8E36636D-D922-432D-A958-524484B5923D}" type="datetimeFigureOut">
              <a:rPr lang="en-US" smtClean="0"/>
              <a:pPr/>
              <a:t>5/31/2026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DF28FB93-0A08-4E7D-8E63-9EFA29F1E09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10357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48" r:id="rId1"/>
    <p:sldLayoutId id="2147484149" r:id="rId2"/>
    <p:sldLayoutId id="2147484150" r:id="rId3"/>
    <p:sldLayoutId id="2147484151" r:id="rId4"/>
    <p:sldLayoutId id="2147484152" r:id="rId5"/>
    <p:sldLayoutId id="2147484153" r:id="rId6"/>
    <p:sldLayoutId id="2147484154" r:id="rId7"/>
    <p:sldLayoutId id="2147484155" r:id="rId8"/>
    <p:sldLayoutId id="2147484156" r:id="rId9"/>
    <p:sldLayoutId id="2147484157" r:id="rId10"/>
    <p:sldLayoutId id="2147484158" r:id="rId11"/>
    <p:sldLayoutId id="2147484159" r:id="rId12"/>
    <p:sldLayoutId id="2147484160" r:id="rId13"/>
    <p:sldLayoutId id="2147484161" r:id="rId14"/>
    <p:sldLayoutId id="2147484162" r:id="rId15"/>
    <p:sldLayoutId id="2147484163" r:id="rId16"/>
    <p:sldLayoutId id="2147484164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B5F898-E4CF-8585-C79B-769862677F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4425" y="1265688"/>
            <a:ext cx="10954870" cy="2163312"/>
          </a:xfrm>
        </p:spPr>
        <p:txBody>
          <a:bodyPr>
            <a:normAutofit fontScale="90000"/>
          </a:bodyPr>
          <a:lstStyle/>
          <a:p>
            <a:r>
              <a:rPr lang="en-IN" sz="4400" dirty="0"/>
              <a:t>Amazon Sales Analysis &amp; Admin Dashboard  							</a:t>
            </a:r>
            <a:r>
              <a:rPr lang="en-IN" dirty="0"/>
              <a:t>P</a:t>
            </a:r>
            <a:r>
              <a:rPr lang="en-IN" sz="4000" dirty="0"/>
              <a:t>ower BI Project</a:t>
            </a:r>
            <a:br>
              <a:rPr lang="en-IN" sz="5400" dirty="0"/>
            </a:b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5C2C53A-6FA7-897F-3D22-FFAF2B2185C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35387" y="4760259"/>
            <a:ext cx="6373907" cy="584486"/>
          </a:xfrm>
        </p:spPr>
        <p:txBody>
          <a:bodyPr/>
          <a:lstStyle/>
          <a:p>
            <a:r>
              <a:rPr lang="en-IN" sz="3200" dirty="0">
                <a:solidFill>
                  <a:schemeClr val="bg1">
                    <a:lumMod val="95000"/>
                  </a:schemeClr>
                </a:solidFill>
              </a:rPr>
              <a:t>PRESENTATION BY Arun KUMAR</a:t>
            </a:r>
            <a:endParaRPr lang="en-IN" sz="3600" dirty="0">
              <a:solidFill>
                <a:schemeClr val="bg1">
                  <a:lumMod val="95000"/>
                </a:schemeClr>
              </a:solidFill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825412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627FDF-F1BF-D261-9B82-C385825F83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Project 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08BC84-776B-793C-E53A-28D184B19A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3200" dirty="0"/>
              <a:t>The Amazon Sales Analysis and Admin Dashboard project is an interactive Power BI dashboard developed to analyze sales performance, customer trends, product insights, and profit analysis across multiple business categories.</a:t>
            </a:r>
          </a:p>
          <a:p>
            <a:pPr marL="3690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884325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37F999-D615-2891-07C1-996C0AD3F4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Project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5E773D-4670-0EB8-4ED1-1C76347844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6900" indent="0">
              <a:buNone/>
            </a:pPr>
            <a:r>
              <a:rPr lang="en-US" sz="3200" dirty="0"/>
              <a:t>• Analyze overall business performance</a:t>
            </a:r>
            <a:br>
              <a:rPr lang="en-US" sz="3200" dirty="0"/>
            </a:br>
            <a:r>
              <a:rPr lang="en-US" sz="3200" dirty="0"/>
              <a:t>• Track sales and profit trends</a:t>
            </a:r>
            <a:br>
              <a:rPr lang="en-US" sz="3200" dirty="0"/>
            </a:br>
            <a:r>
              <a:rPr lang="en-US" sz="3200" dirty="0"/>
              <a:t>• Compare category-wise performance</a:t>
            </a:r>
            <a:br>
              <a:rPr lang="en-US" sz="3200" dirty="0"/>
            </a:br>
            <a:r>
              <a:rPr lang="en-US" sz="3200" dirty="0"/>
              <a:t>• Build interactive dashboards using Power BI</a:t>
            </a:r>
            <a:br>
              <a:rPr lang="en-US" sz="3200" dirty="0"/>
            </a:br>
            <a:r>
              <a:rPr lang="en-US" sz="3200" dirty="0"/>
              <a:t>• Generate meaningful business insights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056483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EC1111-5DB0-E7CC-B671-A3CEF44977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Tools &amp; Technologies Used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24834A-8507-FFEF-DCB6-5E3E3D90D7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36900" indent="0">
              <a:buNone/>
            </a:pPr>
            <a:r>
              <a:rPr lang="en-US" sz="3200" dirty="0">
                <a:effectLst/>
              </a:rPr>
              <a:t> • Python</a:t>
            </a:r>
          </a:p>
          <a:p>
            <a:pPr marL="36900" indent="0">
              <a:buNone/>
            </a:pPr>
            <a:r>
              <a:rPr lang="en-US" sz="3200" dirty="0"/>
              <a:t> • Power BI</a:t>
            </a:r>
            <a:br>
              <a:rPr lang="en-US" sz="3200" dirty="0"/>
            </a:br>
            <a:r>
              <a:rPr lang="en-US" sz="3200" dirty="0"/>
              <a:t> • Excel</a:t>
            </a:r>
            <a:br>
              <a:rPr lang="en-US" sz="3200" dirty="0"/>
            </a:br>
            <a:r>
              <a:rPr lang="en-US" sz="3200" dirty="0"/>
              <a:t> • DAX</a:t>
            </a:r>
            <a:br>
              <a:rPr lang="en-US" sz="3200" dirty="0"/>
            </a:br>
            <a:r>
              <a:rPr lang="en-US" sz="3200" dirty="0"/>
              <a:t> • Data Cleaning</a:t>
            </a:r>
            <a:br>
              <a:rPr lang="en-US" sz="3200" dirty="0"/>
            </a:br>
            <a:r>
              <a:rPr lang="en-US" sz="3200" dirty="0"/>
              <a:t> • Data Modeling</a:t>
            </a:r>
            <a:br>
              <a:rPr lang="en-US" sz="3200" dirty="0"/>
            </a:br>
            <a:r>
              <a:rPr lang="en-US" sz="3200" dirty="0"/>
              <a:t> • Data Visualization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322248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94D3C4-7A30-DD01-CD6C-25149ACB5E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Dataset Information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4B433B-FA9E-3E51-EA93-76AA07AD0B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sz="2800" dirty="0"/>
              <a:t>The dataset contains business sales information including:</a:t>
            </a:r>
            <a:br>
              <a:rPr lang="en-US" dirty="0"/>
            </a:br>
            <a:br>
              <a:rPr lang="en-US" dirty="0"/>
            </a:br>
            <a:r>
              <a:rPr lang="en-US" sz="2400" dirty="0"/>
              <a:t>• Product Categories</a:t>
            </a:r>
            <a:br>
              <a:rPr lang="en-US" sz="2400" dirty="0"/>
            </a:br>
            <a:r>
              <a:rPr lang="en-US" sz="2400" dirty="0"/>
              <a:t>• Sales Amount</a:t>
            </a:r>
            <a:br>
              <a:rPr lang="en-US" sz="2400" dirty="0"/>
            </a:br>
            <a:r>
              <a:rPr lang="en-US" sz="2400" dirty="0"/>
              <a:t>• Profit</a:t>
            </a:r>
            <a:br>
              <a:rPr lang="en-US" sz="2400" dirty="0"/>
            </a:br>
            <a:r>
              <a:rPr lang="en-US" sz="2400" dirty="0"/>
              <a:t>• Quantity Sold</a:t>
            </a:r>
            <a:br>
              <a:rPr lang="en-US" sz="2400" dirty="0"/>
            </a:br>
            <a:r>
              <a:rPr lang="en-US" sz="2400" dirty="0"/>
              <a:t>• Monthly Sales Data</a:t>
            </a:r>
            <a:br>
              <a:rPr lang="en-US" sz="2400" dirty="0"/>
            </a:br>
            <a:r>
              <a:rPr lang="en-US" sz="2400" dirty="0"/>
              <a:t>• Customer Information</a:t>
            </a:r>
            <a:br>
              <a:rPr lang="en-US" sz="2400" dirty="0"/>
            </a:br>
            <a:r>
              <a:rPr lang="en-US" sz="2400" dirty="0"/>
              <a:t>• Regional Data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094433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E96F86-F5D8-5119-C298-B0FC5F8CBA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Dashboard Pages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756F5A-053D-604E-1760-EF2D91704C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IN" sz="3000" dirty="0"/>
              <a:t>The project contains multiple dashboard pages:</a:t>
            </a:r>
            <a:br>
              <a:rPr lang="en-IN" sz="3000" dirty="0"/>
            </a:br>
            <a:br>
              <a:rPr lang="en-IN" sz="2600" dirty="0"/>
            </a:br>
            <a:r>
              <a:rPr lang="en-IN" sz="2600" dirty="0"/>
              <a:t>• Home Dashboard</a:t>
            </a:r>
            <a:br>
              <a:rPr lang="en-IN" sz="2600" dirty="0"/>
            </a:br>
            <a:r>
              <a:rPr lang="en-IN" sz="2600" dirty="0"/>
              <a:t>• Home &amp; Kitchen Dashboard</a:t>
            </a:r>
            <a:br>
              <a:rPr lang="en-IN" sz="2600" dirty="0"/>
            </a:br>
            <a:r>
              <a:rPr lang="en-IN" sz="2600" dirty="0"/>
              <a:t>• Clothing Dashboard</a:t>
            </a:r>
            <a:br>
              <a:rPr lang="en-IN" sz="2600" dirty="0"/>
            </a:br>
            <a:r>
              <a:rPr lang="en-IN" sz="2600" dirty="0"/>
              <a:t>• Medicine Dashboard</a:t>
            </a:r>
            <a:br>
              <a:rPr lang="en-IN" sz="2600" dirty="0"/>
            </a:br>
            <a:r>
              <a:rPr lang="en-IN" sz="2600" dirty="0"/>
              <a:t>• Grocery Dashboard</a:t>
            </a:r>
            <a:br>
              <a:rPr lang="en-IN" sz="2600" dirty="0"/>
            </a:br>
            <a:r>
              <a:rPr lang="en-IN" sz="2600" dirty="0"/>
              <a:t>• Electronics Dashboard</a:t>
            </a:r>
            <a:br>
              <a:rPr lang="en-IN" sz="2600" dirty="0"/>
            </a:br>
            <a:r>
              <a:rPr lang="en-IN" sz="2600" dirty="0"/>
              <a:t>• Sports Dashboard</a:t>
            </a:r>
            <a:br>
              <a:rPr lang="en-IN" sz="2600" dirty="0"/>
            </a:br>
            <a:r>
              <a:rPr lang="en-IN" sz="2600" dirty="0"/>
              <a:t>• Books &amp; Stationary Dashboard</a:t>
            </a:r>
            <a:br>
              <a:rPr lang="en-IN" sz="2600" dirty="0"/>
            </a:br>
            <a:r>
              <a:rPr lang="en-IN" sz="2600" dirty="0"/>
              <a:t>• Toys Dashboard</a:t>
            </a:r>
            <a:br>
              <a:rPr lang="en-IN" sz="2600" dirty="0"/>
            </a:br>
            <a:r>
              <a:rPr lang="en-IN" sz="2600" dirty="0"/>
              <a:t>• Beauty Dashboard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034494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B30ED4-1A9C-28A1-EA55-A304859385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Home Dashboard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EC460B-19DF-F7BC-223F-75A1018987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3200" dirty="0"/>
              <a:t>The Home Dashboard provides:</a:t>
            </a:r>
            <a:br>
              <a:rPr lang="en-US" dirty="0"/>
            </a:br>
            <a:br>
              <a:rPr lang="en-US" dirty="0"/>
            </a:br>
            <a:r>
              <a:rPr lang="en-US" sz="2800" dirty="0"/>
              <a:t>• Navigation buttons</a:t>
            </a:r>
            <a:br>
              <a:rPr lang="en-US" sz="2800" dirty="0"/>
            </a:br>
            <a:r>
              <a:rPr lang="en-US" sz="2800" dirty="0"/>
              <a:t>• Overall dashboard access</a:t>
            </a:r>
            <a:br>
              <a:rPr lang="en-US" sz="2800" dirty="0"/>
            </a:br>
            <a:r>
              <a:rPr lang="en-US" sz="2800" dirty="0"/>
              <a:t>• Category selection</a:t>
            </a:r>
            <a:br>
              <a:rPr lang="en-US" sz="2800" dirty="0"/>
            </a:br>
            <a:r>
              <a:rPr lang="en-US" sz="2800" dirty="0"/>
              <a:t>• Interactive navigation experience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721946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AEDADC-9AAC-7F45-0A7E-81EED03130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Visualizations Used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35DE0C-D59B-7898-9BBD-29ECA9F77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• KPI Cards</a:t>
            </a:r>
            <a:br>
              <a:rPr lang="en-US" sz="2800" dirty="0"/>
            </a:br>
            <a:r>
              <a:rPr lang="en-US" sz="2800" dirty="0"/>
              <a:t>• Bar Charts</a:t>
            </a:r>
            <a:br>
              <a:rPr lang="en-US" sz="2800" dirty="0"/>
            </a:br>
            <a:r>
              <a:rPr lang="en-US" sz="2800" dirty="0"/>
              <a:t>• Line Charts</a:t>
            </a:r>
            <a:br>
              <a:rPr lang="en-US" sz="2800" dirty="0"/>
            </a:br>
            <a:r>
              <a:rPr lang="en-US" sz="2800" dirty="0"/>
              <a:t>• Pie Charts</a:t>
            </a:r>
            <a:br>
              <a:rPr lang="en-US" sz="2800" dirty="0"/>
            </a:br>
            <a:r>
              <a:rPr lang="en-US" sz="2800" dirty="0"/>
              <a:t>• Donut Charts</a:t>
            </a:r>
            <a:br>
              <a:rPr lang="en-US" sz="2800" dirty="0"/>
            </a:br>
            <a:r>
              <a:rPr lang="en-US" sz="2800" dirty="0"/>
              <a:t>• Matrix Tables</a:t>
            </a:r>
            <a:br>
              <a:rPr lang="en-US" sz="2800" dirty="0"/>
            </a:br>
            <a:r>
              <a:rPr lang="en-US" sz="2800" dirty="0"/>
              <a:t>• Slicers &amp; Filters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417960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EB7DD9-57F8-BD9D-9C57-AA1761C013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Key Business Insights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3A54F0-192C-C8E4-CD0A-8B73CDFAFB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/>
              <a:t>• Identified top-performing categories</a:t>
            </a:r>
            <a:br>
              <a:rPr lang="en-US" sz="2800" dirty="0"/>
            </a:br>
            <a:r>
              <a:rPr lang="en-US" sz="2800" dirty="0"/>
              <a:t>• Compared profit and sales trends</a:t>
            </a:r>
            <a:br>
              <a:rPr lang="en-US" sz="2800" dirty="0"/>
            </a:br>
            <a:r>
              <a:rPr lang="en-US" sz="2800" dirty="0"/>
              <a:t>• Tracked monthly business growth</a:t>
            </a:r>
            <a:br>
              <a:rPr lang="en-US" sz="2800" dirty="0"/>
            </a:br>
            <a:r>
              <a:rPr lang="en-US" sz="2800" dirty="0"/>
              <a:t>• Analyzed customer purchasing behavior</a:t>
            </a:r>
            <a:br>
              <a:rPr lang="en-US" sz="2800" dirty="0"/>
            </a:br>
            <a:r>
              <a:rPr lang="en-US" sz="2800" dirty="0"/>
              <a:t>• Improved business decision-making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430385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684036-F685-DC1D-7282-86CAA21C1C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Business Benefits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760686-7FC3-9A98-ACDA-6054D1F1B0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/>
              <a:t>• Better understanding of sales performance</a:t>
            </a:r>
            <a:br>
              <a:rPr lang="en-US" sz="2800" dirty="0"/>
            </a:br>
            <a:r>
              <a:rPr lang="en-US" sz="2800" dirty="0"/>
              <a:t>• Easy tracking of KPIs</a:t>
            </a:r>
            <a:br>
              <a:rPr lang="en-US" sz="2800" dirty="0"/>
            </a:br>
            <a:r>
              <a:rPr lang="en-US" sz="2800" dirty="0"/>
              <a:t>• Faster business analysis</a:t>
            </a:r>
            <a:br>
              <a:rPr lang="en-US" sz="2800" dirty="0"/>
            </a:br>
            <a:r>
              <a:rPr lang="en-US" sz="2800" dirty="0"/>
              <a:t>• Improved reporting process</a:t>
            </a:r>
            <a:br>
              <a:rPr lang="en-US" sz="2800" dirty="0"/>
            </a:br>
            <a:r>
              <a:rPr lang="en-US" sz="2800" dirty="0"/>
              <a:t>• Interactive dashboard experience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056159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4A5A7F-46E6-7891-B0BA-238196176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Challenges Faced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E25329-E2B5-2D8E-5D41-DE65A333E7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/>
              <a:t>• Data cleaning and preprocessing</a:t>
            </a:r>
            <a:br>
              <a:rPr lang="en-US" sz="2800" dirty="0"/>
            </a:br>
            <a:r>
              <a:rPr lang="en-US" sz="2800" dirty="0"/>
              <a:t>• Handling multiple categories</a:t>
            </a:r>
            <a:br>
              <a:rPr lang="en-US" sz="2800" dirty="0"/>
            </a:br>
            <a:r>
              <a:rPr lang="en-US" sz="2800" dirty="0"/>
              <a:t>• Creating interactive dashboard navigation</a:t>
            </a:r>
            <a:br>
              <a:rPr lang="en-US" sz="2800" dirty="0"/>
            </a:br>
            <a:r>
              <a:rPr lang="en-US" sz="2800" dirty="0"/>
              <a:t>• Designing effective visualizations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887113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874914-4F12-1F50-A3B4-81046E5225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Skills Gained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09FCB9-D0D5-6BD4-008A-D80CD98CF7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/>
              <a:t>• Power BI Dashboard Development</a:t>
            </a:r>
            <a:br>
              <a:rPr lang="en-US" sz="2800" dirty="0"/>
            </a:br>
            <a:r>
              <a:rPr lang="en-US" sz="2800" dirty="0"/>
              <a:t>• Data Visualization</a:t>
            </a:r>
            <a:br>
              <a:rPr lang="en-US" sz="2800" dirty="0"/>
            </a:br>
            <a:r>
              <a:rPr lang="en-US" sz="2800" dirty="0"/>
              <a:t>• Data Cleaning</a:t>
            </a:r>
            <a:br>
              <a:rPr lang="en-US" sz="2800" dirty="0"/>
            </a:br>
            <a:r>
              <a:rPr lang="en-US" sz="2800" dirty="0"/>
              <a:t>• DAX Basics</a:t>
            </a:r>
            <a:br>
              <a:rPr lang="en-US" sz="2800" dirty="0"/>
            </a:br>
            <a:r>
              <a:rPr lang="en-US" sz="2800" dirty="0"/>
              <a:t>• Business Analysis</a:t>
            </a:r>
            <a:br>
              <a:rPr lang="en-US" sz="2800" dirty="0"/>
            </a:br>
            <a:r>
              <a:rPr lang="en-US" sz="2800" dirty="0"/>
              <a:t>• Reporting &amp; KPI Analysis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4768310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3F00F4-A606-2E2D-C390-A85A2329EB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Future Improvements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6D03C8-4C41-8AF6-0471-910B98EBBF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/>
              <a:t>• Add advanced DAX calculations</a:t>
            </a:r>
            <a:br>
              <a:rPr lang="en-US" sz="2800" dirty="0"/>
            </a:br>
            <a:r>
              <a:rPr lang="en-US" sz="2800" dirty="0"/>
              <a:t>• Add forecasting analysis</a:t>
            </a:r>
            <a:br>
              <a:rPr lang="en-US" sz="2800" dirty="0"/>
            </a:br>
            <a:r>
              <a:rPr lang="en-US" sz="2800" dirty="0"/>
              <a:t>• Create real-time dashboards</a:t>
            </a:r>
            <a:br>
              <a:rPr lang="en-US" sz="2800" dirty="0"/>
            </a:br>
            <a:r>
              <a:rPr lang="en-US" sz="2800" dirty="0"/>
              <a:t>• Integrate SQL database</a:t>
            </a:r>
            <a:br>
              <a:rPr lang="en-US" sz="2800" dirty="0"/>
            </a:br>
            <a:r>
              <a:rPr lang="en-US" sz="2800" dirty="0"/>
              <a:t>• Publish dashboards online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0761904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F3D6D-05F7-E464-F1E0-CED8EDC2EE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8A2455-F746-15D3-41F5-D4B2BED8A3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This project helped improve my Power BI, business analysis, and dashboard development skills by creating multiple interactive dashboards for business sales analysis.</a:t>
            </a:r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174427763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0D33E7-A284-3EFB-55A4-486E2E73B6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Thank You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A3B4F3-9098-C11B-6524-6D4C4C941F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2362947"/>
          </a:xfrm>
        </p:spPr>
        <p:txBody>
          <a:bodyPr/>
          <a:lstStyle/>
          <a:p>
            <a:r>
              <a:rPr lang="en-US" sz="3200" dirty="0"/>
              <a:t>Thank You!</a:t>
            </a:r>
            <a:br>
              <a:rPr lang="en-US" sz="3200" dirty="0"/>
            </a:br>
            <a:br>
              <a:rPr lang="en-US" sz="3200" dirty="0"/>
            </a:br>
            <a:r>
              <a:rPr lang="en-US" sz="3200" dirty="0"/>
              <a:t>Arun Kumar</a:t>
            </a:r>
            <a:br>
              <a:rPr lang="en-US" sz="3200" dirty="0"/>
            </a:br>
            <a:r>
              <a:rPr lang="en-US" sz="3200" dirty="0"/>
              <a:t>Aspiring Data Analyst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6041206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92</TotalTime>
  <Words>451</Words>
  <Application>Microsoft Office PowerPoint</Application>
  <PresentationFormat>Widescreen</PresentationFormat>
  <Paragraphs>31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Century Gothic</vt:lpstr>
      <vt:lpstr>Wingdings 3</vt:lpstr>
      <vt:lpstr>Ion Boardroom</vt:lpstr>
      <vt:lpstr>Amazon Sales Analysis &amp; Admin Dashboard         Power BI Project </vt:lpstr>
      <vt:lpstr>Project Introduction</vt:lpstr>
      <vt:lpstr>Project Objectives</vt:lpstr>
      <vt:lpstr>Tools &amp; Technologies Used</vt:lpstr>
      <vt:lpstr>Dataset Information</vt:lpstr>
      <vt:lpstr>Dashboard Pages</vt:lpstr>
      <vt:lpstr>Home Dashboard</vt:lpstr>
      <vt:lpstr>Visualizations Used</vt:lpstr>
      <vt:lpstr>Key Business Insights</vt:lpstr>
      <vt:lpstr>Business Benefits</vt:lpstr>
      <vt:lpstr>Challenges Faced</vt:lpstr>
      <vt:lpstr>Skills Gained</vt:lpstr>
      <vt:lpstr>Future Improvements</vt:lpstr>
      <vt:lpstr>Conclusion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Amazon Sales Analysis &amp; Admin Dashboard  Power BI Project</dc:title>
  <dc:creator>GHANSHYAM KUMAR</dc:creator>
  <cp:lastModifiedBy>Arun Kumar</cp:lastModifiedBy>
  <cp:revision>4</cp:revision>
  <dcterms:created xsi:type="dcterms:W3CDTF">2026-05-16T04:57:03Z</dcterms:created>
  <dcterms:modified xsi:type="dcterms:W3CDTF">2026-05-31T14:00:55Z</dcterms:modified>
</cp:coreProperties>
</file>